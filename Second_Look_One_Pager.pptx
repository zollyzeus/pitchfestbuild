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Second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CADCFC"/>
                </a:solidFill>
                <a:latin typeface="Calibri"/>
              </a:rPr>
              <a:t>Rescuing qualified candidates a keyword ATS wrongly rejected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81160" y="329184"/>
            <a:ext cx="2450592" cy="56692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1B2340"/>
                </a:solidFill>
                <a:latin typeface="Calibri"/>
              </a:rPr>
              <a:t>PITCHFEST 2026</a:t>
            </a:r>
          </a:p>
          <a:p>
            <a:pPr algn="ctr">
              <a:spcBef>
                <a:spcPts val="0"/>
              </a:spcBef>
            </a:pPr>
            <a:r>
              <a:rPr sz="900" b="1">
                <a:solidFill>
                  <a:srgbClr val="1B2340"/>
                </a:solidFill>
                <a:latin typeface="Calibri"/>
              </a:rPr>
              <a:t>ENTERPRISE AI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The problem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How AI does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60320"/>
            <a:ext cx="3017520" cy="3108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Keyword ATS filters reject real skill over how it's phrased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Enterprises lose candidates they already paid to attract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Often tracks age/gap bias — see: Mobley v. Workday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Existing tools mostly rank new applicants — few re-audit past rejections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17520" cy="3108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Extracts “keywords” (what ATS scans) vs. “equivalents” it misses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Per CV: verbatim evidence quote, bias flags, 3 interview questions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Code — not the model — verifies quotes &amp; computes the score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Live-proven: paste a new JD and the rubric &amp; shortlist change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Reproducible: 112/112 verdicts identical across independent runs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71%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hard-rescue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recall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false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rescues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99%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quotes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verified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03320"/>
            <a:ext cx="301752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Recovers qualified people — without lowering the bar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Audit trail: evidence, rejection-pattern report, CSV export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Always human-in-the-loop — recommends, never decides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1">
                <a:solidFill>
                  <a:srgbClr val="555F75"/>
                </a:solidFill>
                <a:latin typeface="Calibri"/>
              </a:rPr>
              <a:t>Stack: Python · Streamlit · Google Gemini (structured output) · grounding &amp; scoring computed in code · no GPU needed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